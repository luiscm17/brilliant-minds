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0" r:id="rId4"/>
    <p:sldId id="273" r:id="rId5"/>
    <p:sldId id="268" r:id="rId6"/>
    <p:sldId id="280" r:id="rId7"/>
    <p:sldId id="262" r:id="rId8"/>
    <p:sldId id="279" r:id="rId9"/>
    <p:sldId id="276" r:id="rId10"/>
    <p:sldId id="278" r:id="rId11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BF12"/>
    <a:srgbClr val="00A5E9"/>
    <a:srgbClr val="F8BA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82" autoAdjust="0"/>
    <p:restoredTop sz="94660"/>
  </p:normalViewPr>
  <p:slideViewPr>
    <p:cSldViewPr snapToGrid="0">
      <p:cViewPr varScale="1">
        <p:scale>
          <a:sx n="91" d="100"/>
          <a:sy n="91" d="100"/>
        </p:scale>
        <p:origin x="52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371-470B-4630-80CC-CB5CB4014A77}" type="datetimeFigureOut">
              <a:rPr lang="es-VE" smtClean="0"/>
              <a:t>28/3/2026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7AEB3-1A7A-42E9-9601-23AB812F402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9018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371-470B-4630-80CC-CB5CB4014A77}" type="datetimeFigureOut">
              <a:rPr lang="es-VE" smtClean="0"/>
              <a:t>28/3/2026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7AEB3-1A7A-42E9-9601-23AB812F402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424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371-470B-4630-80CC-CB5CB4014A77}" type="datetimeFigureOut">
              <a:rPr lang="es-VE" smtClean="0"/>
              <a:t>28/3/2026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7AEB3-1A7A-42E9-9601-23AB812F402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8228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371-470B-4630-80CC-CB5CB4014A77}" type="datetimeFigureOut">
              <a:rPr lang="es-VE" smtClean="0"/>
              <a:t>28/3/2026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7AEB3-1A7A-42E9-9601-23AB812F402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7194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371-470B-4630-80CC-CB5CB4014A77}" type="datetimeFigureOut">
              <a:rPr lang="es-VE" smtClean="0"/>
              <a:t>28/3/2026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7AEB3-1A7A-42E9-9601-23AB812F402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8523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371-470B-4630-80CC-CB5CB4014A77}" type="datetimeFigureOut">
              <a:rPr lang="es-VE" smtClean="0"/>
              <a:t>28/3/2026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7AEB3-1A7A-42E9-9601-23AB812F402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18961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371-470B-4630-80CC-CB5CB4014A77}" type="datetimeFigureOut">
              <a:rPr lang="es-VE" smtClean="0"/>
              <a:t>28/3/2026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7AEB3-1A7A-42E9-9601-23AB812F402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8336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371-470B-4630-80CC-CB5CB4014A77}" type="datetimeFigureOut">
              <a:rPr lang="es-VE" smtClean="0"/>
              <a:t>28/3/2026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7AEB3-1A7A-42E9-9601-23AB812F402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3172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371-470B-4630-80CC-CB5CB4014A77}" type="datetimeFigureOut">
              <a:rPr lang="es-VE" smtClean="0"/>
              <a:t>28/3/2026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7AEB3-1A7A-42E9-9601-23AB812F402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69284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371-470B-4630-80CC-CB5CB4014A77}" type="datetimeFigureOut">
              <a:rPr lang="es-VE" smtClean="0"/>
              <a:t>28/3/2026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7AEB3-1A7A-42E9-9601-23AB812F402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95902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4371-470B-4630-80CC-CB5CB4014A77}" type="datetimeFigureOut">
              <a:rPr lang="es-VE" smtClean="0"/>
              <a:t>28/3/2026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7AEB3-1A7A-42E9-9601-23AB812F402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9532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44371-470B-4630-80CC-CB5CB4014A77}" type="datetimeFigureOut">
              <a:rPr lang="es-VE" smtClean="0"/>
              <a:t>28/3/2026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7AEB3-1A7A-42E9-9601-23AB812F402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85200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VE" dirty="0" smtClean="0"/>
          </a:p>
          <a:p>
            <a:r>
              <a:rPr lang="es-VE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Microsoft Innovation Challenge March 2026</a:t>
            </a:r>
            <a:endParaRPr lang="es-VE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78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0" y="808354"/>
            <a:ext cx="5955030" cy="5100956"/>
          </a:xfrm>
          <a:solidFill>
            <a:srgbClr val="F8BA0B"/>
          </a:solidFill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Narrow" panose="020B0606020202030204" pitchFamily="34" charset="0"/>
              </a:rPr>
              <a:t>Brilliant Minds is </a:t>
            </a:r>
            <a:r>
              <a:rPr lang="en-US" sz="2000" dirty="0">
                <a:latin typeface="Arial Narrow" panose="020B0606020202030204" pitchFamily="34" charset="0"/>
              </a:rPr>
              <a:t>a Cognitive Load Reduction </a:t>
            </a:r>
            <a:r>
              <a:rPr lang="en-US" sz="2000" dirty="0" smtClean="0">
                <a:latin typeface="Arial Narrow" panose="020B0606020202030204" pitchFamily="34" charset="0"/>
              </a:rPr>
              <a:t>Assistant</a:t>
            </a:r>
            <a:r>
              <a:rPr lang="en-US" sz="2000" b="1" dirty="0" smtClean="0">
                <a:latin typeface="Arial Narrow" panose="020B0606020202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VE" sz="2000" b="1" dirty="0">
                <a:latin typeface="Arial Narrow" panose="020B0606020202030204" pitchFamily="34" charset="0"/>
              </a:rPr>
              <a:t>AI-</a:t>
            </a:r>
            <a:r>
              <a:rPr lang="es-VE" sz="2000" b="1" dirty="0" err="1">
                <a:latin typeface="Arial Narrow" panose="020B0606020202030204" pitchFamily="34" charset="0"/>
              </a:rPr>
              <a:t>powered</a:t>
            </a:r>
            <a:r>
              <a:rPr lang="es-VE" sz="2000" b="1" dirty="0">
                <a:latin typeface="Arial Narrow" panose="020B0606020202030204" pitchFamily="34" charset="0"/>
              </a:rPr>
              <a:t> </a:t>
            </a:r>
            <a:r>
              <a:rPr lang="es-VE" sz="2000" b="1" dirty="0" err="1">
                <a:latin typeface="Arial Narrow" panose="020B0606020202030204" pitchFamily="34" charset="0"/>
              </a:rPr>
              <a:t>learning</a:t>
            </a:r>
            <a:r>
              <a:rPr lang="es-VE" sz="2000" b="1" dirty="0">
                <a:latin typeface="Arial Narrow" panose="020B0606020202030204" pitchFamily="34" charset="0"/>
              </a:rPr>
              <a:t> </a:t>
            </a:r>
            <a:r>
              <a:rPr lang="es-VE" sz="2000" b="1" dirty="0" err="1">
                <a:latin typeface="Arial Narrow" panose="020B0606020202030204" pitchFamily="34" charset="0"/>
              </a:rPr>
              <a:t>initiative</a:t>
            </a:r>
            <a:r>
              <a:rPr lang="es-VE" sz="2000" b="1" dirty="0" smtClean="0">
                <a:latin typeface="Arial Narrow" panose="020B0606020202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Narrow" panose="020B0606020202030204" pitchFamily="34" charset="0"/>
              </a:rPr>
              <a:t>Designed to support </a:t>
            </a:r>
            <a:r>
              <a:rPr lang="en-US" sz="2000" b="1" dirty="0" err="1">
                <a:latin typeface="Arial Narrow" panose="020B0606020202030204" pitchFamily="34" charset="0"/>
              </a:rPr>
              <a:t>neurodiverse</a:t>
            </a:r>
            <a:r>
              <a:rPr lang="en-US" sz="2000" b="1" dirty="0">
                <a:latin typeface="Arial Narrow" panose="020B0606020202030204" pitchFamily="34" charset="0"/>
              </a:rPr>
              <a:t> learners to build cognitive resilience</a:t>
            </a:r>
            <a:r>
              <a:rPr lang="en-US" sz="2000" b="1" dirty="0" smtClean="0">
                <a:latin typeface="Arial Narrow" panose="020B0606020202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Narrow" panose="020B0606020202030204" pitchFamily="34" charset="0"/>
              </a:rPr>
              <a:t>Promotes inclusion and equal opportunities in education</a:t>
            </a:r>
            <a:r>
              <a:rPr lang="en-US" sz="2000" b="1" dirty="0" smtClean="0">
                <a:latin typeface="Arial Narrow" panose="020B0606020202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Narrow" panose="020B0606020202030204" pitchFamily="34" charset="0"/>
              </a:rPr>
              <a:t>Focused on advancing STEAM subjects (Science, </a:t>
            </a:r>
            <a:r>
              <a:rPr lang="en-US" sz="2000" b="1" dirty="0" smtClean="0">
                <a:latin typeface="Arial Narrow" panose="020B0606020202030204" pitchFamily="34" charset="0"/>
              </a:rPr>
              <a:t>Technology, </a:t>
            </a:r>
            <a:r>
              <a:rPr lang="es-VE" sz="2000" b="1" dirty="0" err="1" smtClean="0">
                <a:latin typeface="Arial Narrow" panose="020B0606020202030204" pitchFamily="34" charset="0"/>
              </a:rPr>
              <a:t>Engineering</a:t>
            </a:r>
            <a:r>
              <a:rPr lang="es-VE" sz="2000" b="1" dirty="0">
                <a:latin typeface="Arial Narrow" panose="020B0606020202030204" pitchFamily="34" charset="0"/>
              </a:rPr>
              <a:t>, </a:t>
            </a:r>
            <a:r>
              <a:rPr lang="es-VE" sz="2000" b="1" dirty="0" err="1">
                <a:latin typeface="Arial Narrow" panose="020B0606020202030204" pitchFamily="34" charset="0"/>
              </a:rPr>
              <a:t>Arts</a:t>
            </a:r>
            <a:r>
              <a:rPr lang="es-VE" sz="2000" b="1" dirty="0">
                <a:latin typeface="Arial Narrow" panose="020B0606020202030204" pitchFamily="34" charset="0"/>
              </a:rPr>
              <a:t>, </a:t>
            </a:r>
            <a:r>
              <a:rPr lang="es-VE" sz="2000" b="1" dirty="0" err="1">
                <a:latin typeface="Arial Narrow" panose="020B0606020202030204" pitchFamily="34" charset="0"/>
              </a:rPr>
              <a:t>Mathematics</a:t>
            </a:r>
            <a:r>
              <a:rPr lang="es-VE" sz="2000" b="1" dirty="0" smtClean="0">
                <a:latin typeface="Arial Narrow" panose="020B0606020202030204" pitchFamily="34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Narrow" panose="020B0606020202030204" pitchFamily="34" charset="0"/>
              </a:rPr>
              <a:t>Supports collaboration between students, teachers, and parents</a:t>
            </a:r>
            <a:r>
              <a:rPr lang="en-US" sz="2000" b="1" dirty="0" smtClean="0">
                <a:latin typeface="Arial Narrow" panose="020B0606020202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Arial Narrow" panose="020B0606020202030204" pitchFamily="34" charset="0"/>
              </a:rPr>
              <a:t>Vision: To empower the next generation to learn anytime, anywhere, without limits.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Arial Narrow" panose="020B0606020202030204" pitchFamily="34" charset="0"/>
              </a:rPr>
              <a:t>Mission: Use Responsible AI and Microsoft technologies to provide personalized, inclusive, and flexible learning experiences.</a:t>
            </a:r>
            <a:endParaRPr lang="es-VE" sz="2000" b="1" dirty="0">
              <a:latin typeface="Arial Narrow" panose="020B060602020203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452437" y="23065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 smtClean="0">
                <a:latin typeface="Arial Black" panose="020B0A04020102020204" pitchFamily="34" charset="0"/>
              </a:rPr>
              <a:t>BRILLIANT MINDS</a:t>
            </a:r>
            <a:endParaRPr lang="es-VE" sz="2400" b="1" dirty="0">
              <a:latin typeface="Arial Black" panose="020B0A04020102020204" pitchFamily="34" charset="0"/>
            </a:endParaRPr>
          </a:p>
        </p:txBody>
      </p:sp>
      <p:sp>
        <p:nvSpPr>
          <p:cNvPr id="7" name="Marcador de contenido 4"/>
          <p:cNvSpPr txBox="1">
            <a:spLocks/>
          </p:cNvSpPr>
          <p:nvPr/>
        </p:nvSpPr>
        <p:spPr>
          <a:xfrm>
            <a:off x="5955030" y="808354"/>
            <a:ext cx="6236970" cy="5100956"/>
          </a:xfrm>
          <a:prstGeom prst="rect">
            <a:avLst/>
          </a:prstGeom>
          <a:solidFill>
            <a:srgbClr val="7DBF1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Arial Narrow" panose="020B0606020202030204" pitchFamily="34" charset="0"/>
              </a:rPr>
              <a:t>Microsoft Azure AI Foundry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VE" sz="2000" b="1" dirty="0" smtClean="0">
                <a:latin typeface="Arial Narrow" panose="020B0606020202030204" pitchFamily="34" charset="0"/>
              </a:rPr>
              <a:t>Microsoft </a:t>
            </a:r>
            <a:r>
              <a:rPr lang="es-VE" sz="2000" b="1" dirty="0" err="1" smtClean="0">
                <a:latin typeface="Arial Narrow" panose="020B0606020202030204" pitchFamily="34" charset="0"/>
              </a:rPr>
              <a:t>Agent</a:t>
            </a:r>
            <a:r>
              <a:rPr lang="es-VE" sz="2000" b="1" dirty="0" smtClean="0">
                <a:latin typeface="Arial Narrow" panose="020B0606020202030204" pitchFamily="34" charset="0"/>
              </a:rPr>
              <a:t> Framework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Arial Narrow" panose="020B0606020202030204" pitchFamily="34" charset="0"/>
              </a:rPr>
              <a:t>Microsoft Azure Document Intelligence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Narrow" panose="020B0606020202030204" pitchFamily="34" charset="0"/>
              </a:rPr>
              <a:t>Microsoft Azure Cosmos </a:t>
            </a:r>
            <a:r>
              <a:rPr lang="en-US" sz="2000" b="1" dirty="0" smtClean="0">
                <a:latin typeface="Arial Narrow" panose="020B0606020202030204" pitchFamily="34" charset="0"/>
              </a:rPr>
              <a:t>DB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Narrow" panose="020B0606020202030204" pitchFamily="34" charset="0"/>
              </a:rPr>
              <a:t>Microsoft </a:t>
            </a:r>
            <a:r>
              <a:rPr lang="en-US" sz="2000" b="1" dirty="0" smtClean="0">
                <a:latin typeface="Arial Narrow" panose="020B0606020202030204" pitchFamily="34" charset="0"/>
              </a:rPr>
              <a:t>Azure Blob Storage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Narrow" panose="020B0606020202030204" pitchFamily="34" charset="0"/>
              </a:rPr>
              <a:t>Microsoft Azure </a:t>
            </a:r>
            <a:r>
              <a:rPr lang="en-US" sz="2000" b="1" dirty="0" smtClean="0">
                <a:latin typeface="Arial Narrow" panose="020B0606020202030204" pitchFamily="34" charset="0"/>
              </a:rPr>
              <a:t>AI Search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Narrow" panose="020B0606020202030204" pitchFamily="34" charset="0"/>
              </a:rPr>
              <a:t>Large Language </a:t>
            </a:r>
            <a:r>
              <a:rPr lang="en-US" sz="2000" b="1" dirty="0" smtClean="0">
                <a:latin typeface="Arial Narrow" panose="020B0606020202030204" pitchFamily="34" charset="0"/>
              </a:rPr>
              <a:t>Models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Arial Narrow" panose="020B0606020202030204" pitchFamily="34" charset="0"/>
              </a:rPr>
              <a:t>Compliance with Responsible AI principles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Arial Narrow" panose="020B0606020202030204" pitchFamily="34" charset="0"/>
              </a:rPr>
              <a:t>Python.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err="1" smtClean="0">
                <a:latin typeface="Arial Narrow" panose="020B0606020202030204" pitchFamily="34" charset="0"/>
              </a:rPr>
              <a:t>FastAPI</a:t>
            </a:r>
            <a:r>
              <a:rPr lang="en-US" sz="2000" b="1" dirty="0" smtClean="0">
                <a:latin typeface="Arial Narrow" panose="020B0606020202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err="1" smtClean="0">
                <a:latin typeface="Arial Narrow" panose="020B0606020202030204" pitchFamily="34" charset="0"/>
              </a:rPr>
              <a:t>Nextjs</a:t>
            </a:r>
            <a:endParaRPr lang="en-US" sz="2000" b="1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b="1" dirty="0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0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1164907"/>
            <a:ext cx="11287125" cy="404812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40" y="5213031"/>
            <a:ext cx="7418070" cy="726731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52437" y="230651"/>
            <a:ext cx="4318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 smtClean="0">
                <a:latin typeface="Arial Black" panose="020B0A04020102020204" pitchFamily="34" charset="0"/>
              </a:rPr>
              <a:t>PROBLEM DESCRIPTION</a:t>
            </a:r>
            <a:endParaRPr lang="es-VE" sz="2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59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3902"/>
            <a:ext cx="12192000" cy="532447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452437" y="230651"/>
            <a:ext cx="4318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 smtClean="0">
                <a:latin typeface="Arial Black" panose="020B0A04020102020204" pitchFamily="34" charset="0"/>
              </a:rPr>
              <a:t>PROBLEM DESCRIPTION</a:t>
            </a:r>
            <a:endParaRPr lang="es-VE" sz="2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18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337"/>
            <a:ext cx="12192000" cy="5134238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452437" y="230651"/>
            <a:ext cx="4318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 smtClean="0">
                <a:latin typeface="Arial Black" panose="020B0A04020102020204" pitchFamily="34" charset="0"/>
              </a:rPr>
              <a:t>PROBLEM DESCRIPTION</a:t>
            </a:r>
            <a:endParaRPr lang="es-VE" sz="2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5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4384"/>
            <a:ext cx="12250916" cy="5137786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452437" y="230651"/>
            <a:ext cx="4318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 smtClean="0">
                <a:latin typeface="Arial Black" panose="020B0A04020102020204" pitchFamily="34" charset="0"/>
              </a:rPr>
              <a:t>PROBLEM DESCRIPTION</a:t>
            </a:r>
            <a:endParaRPr lang="es-VE" sz="2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3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452437" y="230651"/>
            <a:ext cx="5876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 smtClean="0">
                <a:latin typeface="Arial Black" panose="020B0A04020102020204" pitchFamily="34" charset="0"/>
              </a:rPr>
              <a:t>USER INTERFACE FUNCIONALITY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3326"/>
            <a:ext cx="8621486" cy="615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452437" y="230651"/>
            <a:ext cx="5876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 smtClean="0">
                <a:latin typeface="Arial Black" panose="020B0A04020102020204" pitchFamily="34" charset="0"/>
              </a:rPr>
              <a:t>USER INTERFACE FUNCIONALITY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6428"/>
            <a:ext cx="8605157" cy="604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1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3904"/>
            <a:ext cx="12192000" cy="525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1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VE" dirty="0" smtClean="0"/>
          </a:p>
          <a:p>
            <a:r>
              <a:rPr lang="es-VE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Microsoft Innovation Challenge March 2026</a:t>
            </a:r>
            <a:endParaRPr lang="es-VE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09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154</Words>
  <Application>Microsoft Office PowerPoint</Application>
  <PresentationFormat>Panorámica</PresentationFormat>
  <Paragraphs>30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Arial Narrow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Clases</dc:creator>
  <cp:lastModifiedBy>Clases</cp:lastModifiedBy>
  <cp:revision>21</cp:revision>
  <dcterms:created xsi:type="dcterms:W3CDTF">2026-03-27T21:13:20Z</dcterms:created>
  <dcterms:modified xsi:type="dcterms:W3CDTF">2026-03-28T05:51:45Z</dcterms:modified>
</cp:coreProperties>
</file>